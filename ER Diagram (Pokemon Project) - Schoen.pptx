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B592"/>
    <a:srgbClr val="434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86" y="8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8120" y="520065"/>
            <a:ext cx="8809355" cy="56089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iamond 30">
            <a:extLst>
              <a:ext uri="{FF2B5EF4-FFF2-40B4-BE49-F238E27FC236}">
                <a16:creationId xmlns:a16="http://schemas.microsoft.com/office/drawing/2014/main" id="{8C17875D-2F80-3AE6-B023-5BFDB410BFBD}"/>
              </a:ext>
            </a:extLst>
          </p:cNvPr>
          <p:cNvSpPr/>
          <p:nvPr/>
        </p:nvSpPr>
        <p:spPr>
          <a:xfrm>
            <a:off x="1359027" y="2743199"/>
            <a:ext cx="1713865" cy="921005"/>
          </a:xfrm>
          <a:prstGeom prst="diamond">
            <a:avLst/>
          </a:prstGeom>
          <a:solidFill>
            <a:srgbClr val="A4B592"/>
          </a:solidFill>
          <a:ln w="92075" cmpd="dbl">
            <a:solidFill>
              <a:srgbClr val="43493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1775205" y="1612138"/>
            <a:ext cx="605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Pokémon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94305" y="4447413"/>
            <a:ext cx="309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4709" y="4435220"/>
            <a:ext cx="221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87592" y="1625853"/>
            <a:ext cx="318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7126" y="3045078"/>
            <a:ext cx="601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Identifies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7598" y="4455032"/>
            <a:ext cx="572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5742" y="1679194"/>
            <a:ext cx="579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168" y="1211326"/>
            <a:ext cx="377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600" y="635254"/>
            <a:ext cx="1056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pokedexNumber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9689" y="856233"/>
            <a:ext cx="948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evolutionStage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1012" y="5303901"/>
            <a:ext cx="628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Illustrator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2282" y="5709666"/>
            <a:ext cx="388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Rarity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7161" y="5285613"/>
            <a:ext cx="803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cardNumber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0601" y="650493"/>
            <a:ext cx="377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effect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60489" y="688593"/>
            <a:ext cx="337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color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51597" y="1412494"/>
            <a:ext cx="671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typeName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4685" y="4115180"/>
            <a:ext cx="579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setName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77378" y="4939665"/>
            <a:ext cx="664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cardCount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19341" y="5468492"/>
            <a:ext cx="385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series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6231" y="4631817"/>
            <a:ext cx="367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16682" y="1781302"/>
            <a:ext cx="156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M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36946" y="1862073"/>
            <a:ext cx="156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73554" y="216077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46122" y="3657727"/>
            <a:ext cx="156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20339" y="4621148"/>
            <a:ext cx="156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81269" y="465620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EB6296D-1B5B-85A5-0C2A-7AE36F543C9C}"/>
              </a:ext>
            </a:extLst>
          </p:cNvPr>
          <p:cNvSpPr/>
          <p:nvPr/>
        </p:nvSpPr>
        <p:spPr>
          <a:xfrm>
            <a:off x="6625348" y="3355465"/>
            <a:ext cx="1200785" cy="533400"/>
          </a:xfrm>
          <a:prstGeom prst="ellipse">
            <a:avLst/>
          </a:prstGeom>
          <a:solidFill>
            <a:srgbClr val="A4B59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bject 19">
            <a:extLst>
              <a:ext uri="{FF2B5EF4-FFF2-40B4-BE49-F238E27FC236}">
                <a16:creationId xmlns:a16="http://schemas.microsoft.com/office/drawing/2014/main" id="{A4E103CF-0F3E-3AF3-377D-3FF83C3C14D9}"/>
              </a:ext>
            </a:extLst>
          </p:cNvPr>
          <p:cNvSpPr txBox="1"/>
          <p:nvPr/>
        </p:nvSpPr>
        <p:spPr>
          <a:xfrm>
            <a:off x="6858000" y="3505200"/>
            <a:ext cx="76199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 err="1">
                <a:solidFill>
                  <a:srgbClr val="FFFFFF"/>
                </a:solidFill>
                <a:latin typeface="Calibri"/>
                <a:cs typeface="Calibri"/>
              </a:rPr>
              <a:t>releaseDate</a:t>
            </a:r>
            <a:endParaRPr sz="1200" dirty="0">
              <a:latin typeface="Calibri"/>
              <a:cs typeface="Calibri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B35B03-1759-305B-954F-8BA74F249B92}"/>
              </a:ext>
            </a:extLst>
          </p:cNvPr>
          <p:cNvCxnSpPr>
            <a:cxnSpLocks/>
            <a:stCxn id="32" idx="4"/>
          </p:cNvCxnSpPr>
          <p:nvPr/>
        </p:nvCxnSpPr>
        <p:spPr>
          <a:xfrm flipH="1">
            <a:off x="6781800" y="3888865"/>
            <a:ext cx="443941" cy="454535"/>
          </a:xfrm>
          <a:prstGeom prst="line">
            <a:avLst/>
          </a:prstGeom>
          <a:ln>
            <a:solidFill>
              <a:srgbClr val="A4B5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29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Schoen, Natalie</dc:creator>
  <cp:lastModifiedBy>Schoen, Natalie</cp:lastModifiedBy>
  <cp:revision>3</cp:revision>
  <dcterms:created xsi:type="dcterms:W3CDTF">2026-09-20T17:57:53Z</dcterms:created>
  <dcterms:modified xsi:type="dcterms:W3CDTF">2026-10-19T00:01:50Z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2026-09-13T00:00:00Z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2026-09-20T00:00:00Z</vt:filetime>
  </property>
  <property fmtid="{D5CDD505-2E9C-101B-9397-08002B2CF9AE}" pid="5" name="Producer">
    <vt:lpwstr>Microsoft® Word for Microsoft 365</vt:lpwstr>
  </property>
</Properties>
</file>